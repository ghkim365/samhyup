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F0FF"/>
                </a:solidFill>
                <a:latin typeface="맑은 고딕"/>
              </a:defRPr>
            </a:pPr>
            <a:r>
              <a:t>삼협철망(주)</a:t>
            </a:r>
          </a:p>
          <a:p>
            <a:pPr algn="l">
              <a:spcBef>
                <a:spcPts val="1000"/>
              </a:spcBef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B2B 아웃바운드 영업 캠페인 가이드</a:t>
            </a:r>
          </a:p>
          <a:p>
            <a:pPr algn="l">
              <a:spcBef>
                <a:spcPts val="3000"/>
              </a:spcBef>
              <a:defRPr sz="1800">
                <a:solidFill>
                  <a:srgbClr val="BECDE1"/>
                </a:solidFill>
                <a:latin typeface="맑은 고딕"/>
              </a:defRPr>
            </a:pPr>
            <a:r>
              <a:t>수집된 120개 휀스/철망 시공사 대상 개인화 메일 캠페인 및 템플릿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01. 캠페인 개요 및 타겟팅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🎯 정제된 가망 고객 데이터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수집 완료 규모: 총 120개사 (전화/상호 검증 완료)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타겟 지역: 인천, 김포, 부천, 서울 및 경기권 전역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주요 업종: 휀스 시공사, 울타리 설치 전문, 메쉬 시공사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주요 용도: 공사용 바닥재, 천장 보강 메쉬, 견사/보호철망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배송 경쟁력: 김포 공장 인접(인천 서구 왕길동) 기점 전국 신속 화물 배송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💡 영업 이메일 핵심 소구점 (USP)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제조사 직판 가격 경쟁력 (유통 마진 없는 단가)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신뢰할 수 있는 직접 생산 (용접철망, 메쉬휀스, 견사망, 개비온 등)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빠른 비교 견적 제공 (간편 견적 문의 링크 제공)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부담 없는 회신 유도 (samhyupm@naver.com 회신 가능)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맞춤형 규격 생산 대응 (기성품 및 주문 제작 지원)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02. 영업 템플릿 A안 (단가 절감 소구)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600" b="1">
                <a:solidFill>
                  <a:srgbClr val="2980B9"/>
                </a:solidFill>
                <a:latin typeface="맑은 고딕"/>
              </a:defRPr>
            </a:pPr>
            <a:r>
              <a:t>[제목] [삼협철망(주)] {{Company}} 대표님, 휀스/용접철망 단가 비교해 보셨습니까?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안녕하세요, {{Company}} 대표님.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인천 서구에 위치한 용접철망/메쉬휀스 전문 생산 공장 삼협철망(주)입니다.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중간 유통을 생략하고 공장에서 현장으로 직접 화물 납품하여 자재 비용을 10%~20% 절감해 드립니다.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공장 직판 품목: 용접철망, 인테리어용접, 동물보호휀스, 메쉬파레트, 일체형메쉬, 견사망, 개비온철망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전국 신속 화물 배송 및 정밀 자동화 설비 생산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규격과 단가를 알려주시면 더 경쟁력 있는 비교 견적을 빠른 시간 내로 회신해 드리겠습니다.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간편 견적 문의 링크: http://www.samhyup.com/quote-contact/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대표 번호: 032-563-4558 (회신 이메일: samhyupm@naver.com) / 주소: 인천 서구 사월로37번길 25(왕길동)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03. 영업 템플릿 B안 (맞춤 제작/천장 메쉬 소구)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1600" b="1">
                <a:solidFill>
                  <a:srgbClr val="2980B9"/>
                </a:solidFill>
                <a:latin typeface="맑은 고딕"/>
              </a:defRPr>
            </a:pPr>
            <a:r>
              <a:t>[제목] [삼협철망(주)] {{Company}} 맞춤 규격 철망/천장 메쉬, 도매가 견적 제안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안녕하세요, {{Company}} 대표님.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인테리어 메쉬 및 특수 규격 철망 맞춤 제작 전문 공장 삼협철망(주)입니다.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대규모 자동화 설비를 통해 아파트 천장 보강용 메쉬망, 견사/동물 보호용 특수망까지 원하시는 규격대로 완벽 제작합니다.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선경 2.0mm ~ 6.0mm 대응 가능 및 소량 주문 제작 대응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공장 직배송을 통한 신속 납품으로 공기 단축 지원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규격 정보를 편하게 회신해 주시면 최적의 공장도 가격으로 신속히 견적을 산출해 드리겠습니다.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간편 견적 문의 링크: http://www.samhyup.com/quote-contact/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 대표 번호: 032-563-4558 (회신 이메일: samhyupm@naver.com) / 주소: 인천 서구 사월로37번길 25(왕길동)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04. 캠페인 실행 가이드 및 유의사항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🚀 캠페인 실행 프로세스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1단계: 구글 스프레드시트의 'company' 탭 데이터 확인 (총 120개 검증 데이터 탑재 완료)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2단계: YAMM(Yet Another Mail Merge) 또는 메일메지 솔루션에 수집된 스프레드시트 연동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3단계: 이메일 본문의 {{Company}} 변수에 시트의 회사명이 올바르게 치환되는지 1차 테스트 발송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4단계: 매일 50~100개씩 나누어 이메일 발송 진행 (지메일 일일 무료 발송 한도 및 스팸 필터 회피 목적)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5단계: 수신 확인(개봉 여부, 링크 클릭 여부)이 확인된 리드로그 분석 및 전화 팔로우업(Warm Calling)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