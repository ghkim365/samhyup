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산업 B2B 주소 보강 보고서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B4B4DC"/>
                </a:solidFill>
              </a:defRPr>
            </a:pPr>
            <a:r>
              <a:t>Generated: 2026-07-17 13:11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41450"/>
                </a:solidFill>
              </a:defRPr>
            </a:pPr>
            <a:r>
              <a:t>📊 프로젝트 KPI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>
                <a:solidFill>
                  <a:srgbClr val="1E1E50"/>
                </a:solidFill>
              </a:defRPr>
            </a:pPr>
            <a:r>
              <a:t>✅ 전체 기업 수: 657개</a:t>
            </a:r>
          </a:p>
          <a:p>
            <a:pPr>
              <a:spcAft>
                <a:spcPts val="1200"/>
              </a:spcAft>
              <a:defRPr sz="2600">
                <a:solidFill>
                  <a:srgbClr val="1E1E50"/>
                </a:solidFill>
              </a:defRPr>
            </a:pPr>
            <a:r>
              <a:t>⚠️  주소 보강 전 짧은 주소: 498개</a:t>
            </a:r>
          </a:p>
          <a:p>
            <a:pPr>
              <a:spcAft>
                <a:spcPts val="1200"/>
              </a:spcAft>
              <a:defRPr sz="2600">
                <a:solidFill>
                  <a:srgbClr val="1E1E50"/>
                </a:solidFill>
              </a:defRPr>
            </a:pPr>
            <a:r>
              <a:t>✅ 보강 후 완전 주소: 159개</a:t>
            </a:r>
          </a:p>
          <a:p>
            <a:pPr>
              <a:spcAft>
                <a:spcPts val="1200"/>
              </a:spcAft>
              <a:defRPr sz="2600">
                <a:solidFill>
                  <a:srgbClr val="1E1E50"/>
                </a:solidFill>
              </a:defRPr>
            </a:pPr>
            <a:r>
              <a:t>📈 보강 성공 비율: 24.2%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41450"/>
                </a:solidFill>
              </a:defRPr>
            </a:pPr>
            <a:r>
              <a:t>📋 주소 보강 샘플 (전·후)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회사명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지역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보강된 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이전 짧은 주소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루버엔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인천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dirty="0"/>
                        <a:t>ì¸ì² ë¨ëêµ¬ ì ìì´ê³µìë¡23ë²ê¸¸ 11 ë¤ì´ì²íë¼ì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인천 남동구 구월동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연일테크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김포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ê²½ê¸° ê¹í¬ì ëê³¶ë©´ ìëë¡ 87-17 ì°ì¼íí¬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경기 김포시 대곶면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대호공업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고양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경기 고양시 일산서구 덕이동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한빛메쉬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화성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경기 화성시 만세구 남양읍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대호토탈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화성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충남 당진시 석문면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현대와이어메쉬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안산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경기 안산시 상록구 팔곡일동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신광메탈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안산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경기 안산시 단원구 신길동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서광산업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안산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경기 안산시 단원구 성곡동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거츠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안성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충북 진천군 이월면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대진스틸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포천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경기 포천시 가산면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41450"/>
                </a:solidFill>
              </a:defRPr>
            </a:pPr>
            <a:r>
              <a:t>🗺️ 지역별 보강된 업체 수 (상위 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000064"/>
                </a:solidFill>
              </a:defRPr>
            </a:pPr>
            <a:r>
              <a:t>부산  —  17개 업체</a:t>
            </a:r>
          </a:p>
          <a:p>
            <a:pPr>
              <a:spcAft>
                <a:spcPts val="600"/>
              </a:spcAft>
              <a:defRPr sz="2200">
                <a:solidFill>
                  <a:srgbClr val="000064"/>
                </a:solidFill>
              </a:defRPr>
            </a:pPr>
            <a:r>
              <a:t>원주  —  16개 업체</a:t>
            </a:r>
          </a:p>
          <a:p>
            <a:pPr>
              <a:spcAft>
                <a:spcPts val="600"/>
              </a:spcAft>
              <a:defRPr sz="2200">
                <a:solidFill>
                  <a:srgbClr val="000064"/>
                </a:solidFill>
              </a:defRPr>
            </a:pPr>
            <a:r>
              <a:t>대구  —  12개 업체</a:t>
            </a:r>
          </a:p>
          <a:p>
            <a:pPr>
              <a:spcAft>
                <a:spcPts val="600"/>
              </a:spcAft>
              <a:defRPr sz="2200">
                <a:solidFill>
                  <a:srgbClr val="000064"/>
                </a:solidFill>
              </a:defRPr>
            </a:pPr>
            <a:r>
              <a:t>대전  —  11개 업체</a:t>
            </a:r>
          </a:p>
          <a:p>
            <a:pPr>
              <a:spcAft>
                <a:spcPts val="600"/>
              </a:spcAft>
              <a:defRPr sz="2200">
                <a:solidFill>
                  <a:srgbClr val="000064"/>
                </a:solidFill>
              </a:defRPr>
            </a:pPr>
            <a:r>
              <a:t>창원  —  10개 업체</a:t>
            </a:r>
          </a:p>
          <a:p>
            <a:pPr>
              <a:spcAft>
                <a:spcPts val="600"/>
              </a:spcAft>
              <a:defRPr sz="2200">
                <a:solidFill>
                  <a:srgbClr val="000064"/>
                </a:solidFill>
              </a:defRPr>
            </a:pPr>
            <a:r>
              <a:t>전주  —  10개 업체</a:t>
            </a:r>
          </a:p>
          <a:p>
            <a:pPr>
              <a:spcAft>
                <a:spcPts val="600"/>
              </a:spcAft>
              <a:defRPr sz="2200">
                <a:solidFill>
                  <a:srgbClr val="000064"/>
                </a:solidFill>
              </a:defRPr>
            </a:pPr>
            <a:r>
              <a:t>청주  —  9개 업체</a:t>
            </a:r>
          </a:p>
          <a:p>
            <a:pPr>
              <a:spcAft>
                <a:spcPts val="600"/>
              </a:spcAft>
              <a:defRPr sz="2200">
                <a:solidFill>
                  <a:srgbClr val="000064"/>
                </a:solidFill>
              </a:defRPr>
            </a:pPr>
            <a:r>
              <a:t>천안  —  9개 업체</a:t>
            </a:r>
          </a:p>
          <a:p>
            <a:pPr>
              <a:spcAft>
                <a:spcPts val="600"/>
              </a:spcAft>
              <a:defRPr sz="2200">
                <a:solidFill>
                  <a:srgbClr val="000064"/>
                </a:solidFill>
              </a:defRPr>
            </a:pPr>
            <a:r>
              <a:t>익산  —  8개 업체</a:t>
            </a:r>
          </a:p>
          <a:p>
            <a:pPr>
              <a:spcAft>
                <a:spcPts val="600"/>
              </a:spcAft>
              <a:defRPr sz="2200">
                <a:solidFill>
                  <a:srgbClr val="000064"/>
                </a:solidFill>
              </a:defRPr>
            </a:pPr>
            <a:r>
              <a:t>순천  —  8개 업체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🚀 다음 단계 및 권고사항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C8DCFF"/>
                </a:solidFill>
              </a:defRPr>
            </a:pPr>
            <a:r>
              <a:t>① 남은 짧은 주소(≈38개) — 수동 검증 후 재입력</a:t>
            </a:r>
          </a:p>
          <a:p>
            <a:pPr>
              <a:spcAft>
                <a:spcPts val="1400"/>
              </a:spcAft>
              <a:defRPr sz="2400">
                <a:solidFill>
                  <a:srgbClr val="C8DCFF"/>
                </a:solidFill>
              </a:defRPr>
            </a:pPr>
            <a:r>
              <a:t>② 보강된 주소 활용 — 우편 카탈로그 및 현장 방문 준비</a:t>
            </a:r>
          </a:p>
          <a:p>
            <a:pPr>
              <a:spcAft>
                <a:spcPts val="1400"/>
              </a:spcAft>
              <a:defRPr sz="2400">
                <a:solidFill>
                  <a:srgbClr val="C8DCFF"/>
                </a:solidFill>
              </a:defRPr>
            </a:pPr>
            <a:r>
              <a:t>③ 월간 자동 보강 워크플로 구축 (Windows Task Scheduler)</a:t>
            </a:r>
          </a:p>
          <a:p>
            <a:pPr>
              <a:spcAft>
                <a:spcPts val="1400"/>
              </a:spcAft>
              <a:defRPr sz="2400">
                <a:solidFill>
                  <a:srgbClr val="C8DCFF"/>
                </a:solidFill>
              </a:defRPr>
            </a:pPr>
            <a:r>
              <a:t>④ 메일·전화 마케팅 단계 연동 시 즉시 적용 가능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6459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감사합니다 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1089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B4C8F0"/>
                </a:solidFill>
              </a:defRPr>
            </a:pPr>
            <a:r>
              <a:t>Samhyup Steel | 영업 마케팅팀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287</Words>
  <Application>Microsoft Office PowerPoint</Application>
  <PresentationFormat>화면 슬라이드 쇼(4:3)</PresentationFormat>
  <Paragraphs>73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Administrator</dc:creator>
  <cp:keywords/>
  <dc:description>generated using python-pptx</dc:description>
  <cp:lastModifiedBy>선아</cp:lastModifiedBy>
  <cp:revision>2</cp:revision>
  <dcterms:created xsi:type="dcterms:W3CDTF">2013-01-27T09:14:16Z</dcterms:created>
  <dcterms:modified xsi:type="dcterms:W3CDTF">2026-07-17T04:13:25Z</dcterms:modified>
  <cp:category/>
</cp:coreProperties>
</file>