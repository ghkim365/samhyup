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C8DCFF"/>
                </a:solidFill>
                <a:latin typeface="맑은 고딕"/>
              </a:defRPr>
            </a:pPr>
            <a:r>
              <a:rPr dirty="0" err="1"/>
              <a:t>삼협철망</a:t>
            </a:r>
            <a:r>
              <a:rPr dirty="0"/>
              <a:t>(주)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용접철망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수요처</a:t>
            </a:r>
            <a:r>
              <a:rPr dirty="0"/>
              <a:t> </a:t>
            </a:r>
            <a:r>
              <a:rPr dirty="0" err="1"/>
              <a:t>발굴</a:t>
            </a:r>
            <a:r>
              <a:rPr dirty="0"/>
              <a:t> 및</a:t>
            </a:r>
            <a:br>
              <a:rPr dirty="0"/>
            </a:br>
            <a:r>
              <a:rPr dirty="0" err="1"/>
              <a:t>지역</a:t>
            </a:r>
            <a:r>
              <a:rPr dirty="0"/>
              <a:t> </a:t>
            </a:r>
            <a:r>
              <a:rPr dirty="0" err="1"/>
              <a:t>확대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계획서</a:t>
            </a:r>
            <a:endParaRPr dirty="0"/>
          </a:p>
          <a:p>
            <a:pPr>
              <a:spcBef>
                <a:spcPts val="3000"/>
              </a:spcBef>
              <a:defRPr sz="1800">
                <a:solidFill>
                  <a:srgbClr val="BECDE1"/>
                </a:solidFill>
                <a:latin typeface="맑은 고딕"/>
              </a:defRPr>
            </a:pPr>
            <a:r>
              <a:rPr dirty="0"/>
              <a:t>Search Priority &amp; Expansion Plan (2026.07)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01. 수집 방향 수정 및 기존 작업 중단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000" b="1">
                <a:solidFill>
                  <a:srgbClr val="C0392B"/>
                </a:solidFill>
                <a:latin typeface="맑은 고딕"/>
              </a:defRPr>
            </a:pPr>
            <a:r>
              <a:rPr dirty="0"/>
              <a:t>⚠️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한계</a:t>
            </a:r>
            <a:endParaRPr dirty="0"/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자료의</a:t>
            </a:r>
            <a:r>
              <a:rPr dirty="0"/>
              <a:t> </a:t>
            </a:r>
            <a:r>
              <a:rPr dirty="0" err="1"/>
              <a:t>대부분이</a:t>
            </a:r>
            <a:r>
              <a:rPr dirty="0"/>
              <a:t> '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업체'에</a:t>
            </a:r>
            <a:r>
              <a:rPr dirty="0"/>
              <a:t> </a:t>
            </a:r>
            <a:r>
              <a:rPr dirty="0" err="1"/>
              <a:t>집중됨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공장</a:t>
            </a:r>
            <a:r>
              <a:rPr dirty="0"/>
              <a:t> </a:t>
            </a:r>
            <a:r>
              <a:rPr dirty="0" err="1"/>
              <a:t>현장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및 </a:t>
            </a:r>
            <a:r>
              <a:rPr dirty="0" err="1"/>
              <a:t>통화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, 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업체는</a:t>
            </a:r>
            <a:r>
              <a:rPr dirty="0"/>
              <a:t> </a:t>
            </a:r>
            <a:r>
              <a:rPr dirty="0" err="1"/>
              <a:t>삼협철망의</a:t>
            </a:r>
            <a:r>
              <a:rPr dirty="0"/>
              <a:t> 주 </a:t>
            </a:r>
            <a:r>
              <a:rPr dirty="0" err="1"/>
              <a:t>생산</a:t>
            </a:r>
            <a:r>
              <a:rPr dirty="0"/>
              <a:t> </a:t>
            </a:r>
            <a:r>
              <a:rPr dirty="0" err="1"/>
              <a:t>제품군과의</a:t>
            </a:r>
            <a:r>
              <a:rPr dirty="0"/>
              <a:t> </a:t>
            </a:r>
            <a:r>
              <a:rPr dirty="0" err="1"/>
              <a:t>직접적인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성과가</a:t>
            </a:r>
            <a:r>
              <a:rPr dirty="0"/>
              <a:t> </a:t>
            </a:r>
            <a:r>
              <a:rPr dirty="0" err="1"/>
              <a:t>낮게</a:t>
            </a:r>
            <a:r>
              <a:rPr dirty="0"/>
              <a:t> </a:t>
            </a:r>
            <a:r>
              <a:rPr dirty="0" err="1"/>
              <a:t>나타남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따라서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시트에</a:t>
            </a:r>
            <a:r>
              <a:rPr dirty="0"/>
              <a:t> </a:t>
            </a:r>
            <a:r>
              <a:rPr dirty="0" err="1"/>
              <a:t>입력된</a:t>
            </a:r>
            <a:r>
              <a:rPr dirty="0"/>
              <a:t> 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업체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및 </a:t>
            </a:r>
            <a:r>
              <a:rPr dirty="0" err="1"/>
              <a:t>전수</a:t>
            </a:r>
            <a:r>
              <a:rPr dirty="0"/>
              <a:t> </a:t>
            </a:r>
            <a:r>
              <a:rPr dirty="0" err="1"/>
              <a:t>조사는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극대화를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잠정</a:t>
            </a:r>
            <a:r>
              <a:rPr dirty="0"/>
              <a:t> </a:t>
            </a:r>
            <a:r>
              <a:rPr dirty="0" err="1"/>
              <a:t>중단</a:t>
            </a:r>
            <a:r>
              <a:rPr dirty="0"/>
              <a:t>(Hold)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예정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rPr dirty="0"/>
              <a:t>🎯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및 </a:t>
            </a:r>
            <a:r>
              <a:rPr dirty="0" err="1"/>
              <a:t>타겟팅</a:t>
            </a:r>
            <a:r>
              <a:rPr dirty="0"/>
              <a:t> </a:t>
            </a:r>
            <a:r>
              <a:rPr dirty="0" err="1"/>
              <a:t>방향</a:t>
            </a:r>
            <a:endParaRPr dirty="0"/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삼협철망의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경쟁력이자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주요한</a:t>
            </a:r>
            <a:r>
              <a:rPr dirty="0"/>
              <a:t> </a:t>
            </a:r>
            <a:r>
              <a:rPr dirty="0" err="1"/>
              <a:t>생산</a:t>
            </a:r>
            <a:r>
              <a:rPr dirty="0"/>
              <a:t> </a:t>
            </a:r>
            <a:r>
              <a:rPr dirty="0" err="1"/>
              <a:t>제품인</a:t>
            </a:r>
            <a:r>
              <a:rPr dirty="0"/>
              <a:t> '</a:t>
            </a:r>
            <a:r>
              <a:rPr dirty="0" err="1"/>
              <a:t>용접철망</a:t>
            </a:r>
            <a:r>
              <a:rPr dirty="0"/>
              <a:t>(</a:t>
            </a:r>
            <a:r>
              <a:rPr dirty="0" err="1"/>
              <a:t>와이어메쉬</a:t>
            </a:r>
            <a:r>
              <a:rPr dirty="0"/>
              <a:t>)' </a:t>
            </a:r>
            <a:r>
              <a:rPr dirty="0" err="1"/>
              <a:t>수요처</a:t>
            </a:r>
            <a:r>
              <a:rPr dirty="0"/>
              <a:t> </a:t>
            </a:r>
            <a:r>
              <a:rPr dirty="0" err="1"/>
              <a:t>발굴에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2순위로 </a:t>
            </a:r>
            <a:r>
              <a:rPr dirty="0" err="1"/>
              <a:t>마진과</a:t>
            </a:r>
            <a:r>
              <a:rPr dirty="0"/>
              <a:t> </a:t>
            </a:r>
            <a:r>
              <a:rPr dirty="0" err="1"/>
              <a:t>수익성이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특수</a:t>
            </a:r>
            <a:r>
              <a:rPr dirty="0"/>
              <a:t> </a:t>
            </a:r>
            <a:r>
              <a:rPr dirty="0" err="1"/>
              <a:t>철망류</a:t>
            </a:r>
            <a:r>
              <a:rPr dirty="0"/>
              <a:t>(</a:t>
            </a:r>
            <a:r>
              <a:rPr dirty="0" err="1"/>
              <a:t>견사망</a:t>
            </a:r>
            <a:r>
              <a:rPr dirty="0"/>
              <a:t>, </a:t>
            </a:r>
            <a:r>
              <a:rPr dirty="0" err="1"/>
              <a:t>개비온철망</a:t>
            </a:r>
            <a:r>
              <a:rPr dirty="0"/>
              <a:t>, </a:t>
            </a:r>
            <a:r>
              <a:rPr dirty="0" err="1"/>
              <a:t>메쉬파레트</a:t>
            </a:r>
            <a:r>
              <a:rPr dirty="0"/>
              <a:t> 등) </a:t>
            </a:r>
            <a:r>
              <a:rPr dirty="0" err="1"/>
              <a:t>가망고객을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발굴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효율성이</a:t>
            </a:r>
            <a:r>
              <a:rPr dirty="0"/>
              <a:t> </a:t>
            </a:r>
            <a:r>
              <a:rPr dirty="0" err="1"/>
              <a:t>떨어지는</a:t>
            </a:r>
            <a:r>
              <a:rPr dirty="0"/>
              <a:t> 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시공</a:t>
            </a:r>
            <a:r>
              <a:rPr dirty="0"/>
              <a:t> </a:t>
            </a:r>
            <a:r>
              <a:rPr dirty="0" err="1"/>
              <a:t>키워드를</a:t>
            </a:r>
            <a:r>
              <a:rPr dirty="0"/>
              <a:t> </a:t>
            </a:r>
            <a:r>
              <a:rPr dirty="0" err="1"/>
              <a:t>제외하고</a:t>
            </a:r>
            <a:r>
              <a:rPr dirty="0"/>
              <a:t> </a:t>
            </a:r>
            <a:r>
              <a:rPr dirty="0" err="1"/>
              <a:t>유통</a:t>
            </a:r>
            <a:r>
              <a:rPr dirty="0"/>
              <a:t> </a:t>
            </a:r>
            <a:r>
              <a:rPr dirty="0" err="1"/>
              <a:t>대리점</a:t>
            </a:r>
            <a:r>
              <a:rPr dirty="0"/>
              <a:t> 및 </a:t>
            </a:r>
            <a:r>
              <a:rPr dirty="0" err="1"/>
              <a:t>전문</a:t>
            </a:r>
            <a:r>
              <a:rPr dirty="0"/>
              <a:t> </a:t>
            </a:r>
            <a:r>
              <a:rPr dirty="0" err="1"/>
              <a:t>공작소</a:t>
            </a:r>
            <a:r>
              <a:rPr dirty="0"/>
              <a:t> </a:t>
            </a:r>
            <a:r>
              <a:rPr dirty="0" err="1"/>
              <a:t>중심으로</a:t>
            </a:r>
            <a:r>
              <a:rPr dirty="0"/>
              <a:t> 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02. 생산 제품군별 수집 우선순위 설정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000" b="1">
                <a:solidFill>
                  <a:srgbClr val="2980B9"/>
                </a:solidFill>
                <a:latin typeface="맑은 고딕"/>
              </a:defRPr>
            </a:pPr>
            <a:r>
              <a:t>🥇 1순위: 용접철망 (주 생산품)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대상 타겟: 철망 도소매점, 건재상(종합건축자재), 토목자재 유통업체, 콘크리트 제품 제조업체.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영업 소구점: 유통 마진을 제외한 공장 직판 최저 단가, 대량 생산을 통한 신속한 납기 대응.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수집 방향: 인천/경기권 건재 도소매 네트워크의 연락처 및 이메일 전수 발굴.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65760" rIns="365760" rtlCol="0" anchor="ctr"/>
          <a:lstStyle/>
          <a:p>
            <a:pPr algn="ctr">
              <a:defRPr sz="2000" b="1">
                <a:solidFill>
                  <a:srgbClr val="27AE60"/>
                </a:solidFill>
                <a:latin typeface="맑은 고딕"/>
              </a:defRPr>
            </a:pPr>
            <a:r>
              <a:t>🥈 2순위: 특수 철망 및 다용도 메쉬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견사망 (동물보호휀스): 견사 전문 제작업체, 대형 애견 운동장 및 보호소 타겟.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개비온철망: 석축/옹벽 공사를 전담하는 토목 공사업체 및 조경 석재 전문점.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메쉬파레트: 물류창고 보관 장비 도소매업체, 기성 파레트 유통점.</a:t>
            </a:r>
          </a:p>
          <a:p>
            <a:pPr>
              <a:spcBef>
                <a:spcPts val="15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일체형메쉬 / 인테리어용접: 철망 인테리어 디자인 시공사 및 금속 공작소.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03. 타겟 발굴용 검색 키워드 고도화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t>🔍 네이버 플레이스 및 포털 검색 쿼리 맵핑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용접철망 집중 발굴: '[지역] 용접철망', '[지역] 와이어메쉬', '[지역] 철망 대리점', '[지역] 철망 도소매' 키워드 적용.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건축/토목 자재망 연계: '[지역] 건재상', '[지역] 토목자재', '[지역] 종합건축자재' 검색을 통해 철망 납품 가능성 높은 건재 유통상 수집.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특수 목적망 세부 매칭: '[지역] 견사 제작', '[지역] 개비온', '[지역] 돌망태', '[지역] 메쉬파레트' 등 개별 제품명과 매칭되는 제작사/공사사 선별 수집.</a:t>
            </a:r>
          </a:p>
          <a:p>
            <a:pPr>
              <a:spcBef>
                <a:spcPts val="20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t>•  불필요 노이즈 제거: 영업 성과가 낮았던 '휀스 설치', '울타리 시공' 등의 단순 단품 설치 서비스 키워드는 수집에서 배제하여 영업 효율 극대화.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04. 타겟 발굴 지역 점진적 확대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40233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2980B9"/>
                </a:solidFill>
                <a:latin typeface="맑은 고딕"/>
              </a:defRPr>
            </a:pPr>
            <a:r>
              <a:t>1단계: 수도권 외곽 및 주요 거점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대상: 인천, 김포, 화성, 시흥, 평택, 안성, 파주, 포천 등 경기권 전역.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특징: 삼협철망 김포 공장과 인접하여 즉각적인 납기가 가능하며, 자재 유통상과 제조업체가 가장 밀집한 핵심 거점 지역.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91840" cy="40233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27AE60"/>
                </a:solidFill>
                <a:latin typeface="맑은 고딕"/>
              </a:defRPr>
            </a:pPr>
            <a:r>
              <a:t>2단계: 충청 및 강원권 거점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대상: 천안, 아산, 청주, 충주, 원주, 춘천 등.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특징: 수도권 남부와 인접하여 화물 연계 배송이 용이하고 신규 아파트 및 토목 공사 수요가 높은 중부권 유통망 발굴.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291840" cy="402336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600" b="1">
                <a:solidFill>
                  <a:srgbClr val="1B365D"/>
                </a:solidFill>
                <a:latin typeface="맑은 고딕"/>
              </a:defRPr>
            </a:pPr>
            <a:r>
              <a:t>3단계: 영남 및 호남권 (전국구)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대상: 김해, 부산, 울산, 대구, 광주, 여수, 광양 등.</a:t>
            </a:r>
          </a:p>
          <a:p>
            <a:pPr>
              <a:spcBef>
                <a:spcPts val="1200"/>
              </a:spcBef>
              <a:defRPr sz="1300">
                <a:solidFill>
                  <a:srgbClr val="1E1E1E"/>
                </a:solidFill>
                <a:latin typeface="맑은 고딕"/>
              </a:defRPr>
            </a:pPr>
            <a:r>
              <a:t>• 특징: 영호남권의 대규모 산업단지 및 2차 제품 가공 제조사 중심의 중대형 발주처를 확보하여 대형 B2B 거래 기반 구축.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65D"/>
                </a:solidFill>
                <a:latin typeface="맑은 고딕"/>
              </a:defRPr>
            </a:pPr>
            <a:r>
              <a:t>05. 구글 시트 구조 개선 및 향후 실행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ctr">
              <a:defRPr sz="2000" b="1">
                <a:solidFill>
                  <a:srgbClr val="1B365D"/>
                </a:solidFill>
                <a:latin typeface="맑은 고딕"/>
              </a:defRPr>
            </a:pPr>
            <a:r>
              <a:rPr dirty="0"/>
              <a:t>📊 </a:t>
            </a:r>
            <a:r>
              <a:rPr dirty="0" err="1"/>
              <a:t>구글</a:t>
            </a:r>
            <a:r>
              <a:rPr dirty="0"/>
              <a:t> </a:t>
            </a:r>
            <a:r>
              <a:rPr dirty="0" err="1"/>
              <a:t>시트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개선을</a:t>
            </a:r>
            <a:r>
              <a:rPr dirty="0"/>
              <a:t> </a:t>
            </a:r>
            <a:r>
              <a:rPr dirty="0" err="1"/>
              <a:t>통한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효율성</a:t>
            </a:r>
            <a:r>
              <a:rPr dirty="0"/>
              <a:t> </a:t>
            </a:r>
            <a:r>
              <a:rPr dirty="0" err="1"/>
              <a:t>극대화</a:t>
            </a:r>
            <a:endParaRPr dirty="0"/>
          </a:p>
          <a:p>
            <a:pPr>
              <a:spcBef>
                <a:spcPts val="18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구글</a:t>
            </a:r>
            <a:r>
              <a:rPr dirty="0"/>
              <a:t> </a:t>
            </a:r>
            <a:r>
              <a:rPr dirty="0" err="1"/>
              <a:t>스프레드시트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: </a:t>
            </a:r>
            <a:r>
              <a:rPr dirty="0" err="1"/>
              <a:t>H열</a:t>
            </a:r>
            <a:r>
              <a:rPr dirty="0"/>
              <a:t>(</a:t>
            </a:r>
            <a:r>
              <a:rPr dirty="0" err="1"/>
              <a:t>지역</a:t>
            </a:r>
            <a:r>
              <a:rPr dirty="0"/>
              <a:t>), </a:t>
            </a:r>
            <a:r>
              <a:rPr dirty="0" err="1"/>
              <a:t>I열</a:t>
            </a:r>
            <a:r>
              <a:rPr dirty="0"/>
              <a:t>(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주소</a:t>
            </a:r>
            <a:r>
              <a:rPr dirty="0"/>
              <a:t>) </a:t>
            </a:r>
            <a:r>
              <a:rPr dirty="0" err="1"/>
              <a:t>외에</a:t>
            </a:r>
            <a:r>
              <a:rPr dirty="0"/>
              <a:t> '</a:t>
            </a:r>
            <a:r>
              <a:rPr dirty="0" err="1"/>
              <a:t>우선순위</a:t>
            </a:r>
            <a:r>
              <a:rPr dirty="0"/>
              <a:t>(1순위:용접철망 / 2순위:특수망)', '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', '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키워드</a:t>
            </a:r>
            <a:r>
              <a:rPr dirty="0"/>
              <a:t>' </a:t>
            </a:r>
            <a:r>
              <a:rPr dirty="0" err="1"/>
              <a:t>컬럼</a:t>
            </a:r>
            <a:r>
              <a:rPr dirty="0"/>
              <a:t> </a:t>
            </a:r>
            <a:r>
              <a:rPr dirty="0" err="1"/>
              <a:t>신설</a:t>
            </a:r>
            <a:r>
              <a:rPr dirty="0"/>
              <a:t>.</a:t>
            </a:r>
          </a:p>
          <a:p>
            <a:pPr>
              <a:spcBef>
                <a:spcPts val="18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실무</a:t>
            </a:r>
            <a:r>
              <a:rPr dirty="0"/>
              <a:t> </a:t>
            </a:r>
            <a:r>
              <a:rPr dirty="0" err="1"/>
              <a:t>영업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: </a:t>
            </a:r>
            <a:r>
              <a:rPr dirty="0" err="1"/>
              <a:t>수집된</a:t>
            </a:r>
            <a:r>
              <a:rPr dirty="0"/>
              <a:t> </a:t>
            </a:r>
            <a:r>
              <a:rPr dirty="0" err="1"/>
              <a:t>자료</a:t>
            </a:r>
            <a:r>
              <a:rPr dirty="0"/>
              <a:t> 중 </a:t>
            </a:r>
            <a:r>
              <a:rPr dirty="0" err="1"/>
              <a:t>필터를</a:t>
            </a:r>
            <a:r>
              <a:rPr dirty="0"/>
              <a:t> </a:t>
            </a:r>
            <a:r>
              <a:rPr dirty="0" err="1"/>
              <a:t>활용해</a:t>
            </a:r>
            <a:r>
              <a:rPr dirty="0"/>
              <a:t> '1순위(</a:t>
            </a:r>
            <a:r>
              <a:rPr dirty="0" err="1"/>
              <a:t>용접철망</a:t>
            </a:r>
            <a:r>
              <a:rPr dirty="0"/>
              <a:t>)' </a:t>
            </a:r>
            <a:r>
              <a:rPr dirty="0" err="1"/>
              <a:t>수요처만</a:t>
            </a:r>
            <a:r>
              <a:rPr dirty="0"/>
              <a:t>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추출하여</a:t>
            </a:r>
            <a:r>
              <a:rPr dirty="0"/>
              <a:t> </a:t>
            </a:r>
            <a:r>
              <a:rPr dirty="0" err="1"/>
              <a:t>영업팀에서</a:t>
            </a:r>
            <a:r>
              <a:rPr dirty="0"/>
              <a:t> </a:t>
            </a:r>
            <a:r>
              <a:rPr dirty="0" err="1"/>
              <a:t>전화</a:t>
            </a:r>
            <a:r>
              <a:rPr dirty="0"/>
              <a:t> 및 </a:t>
            </a:r>
            <a:r>
              <a:rPr dirty="0" err="1"/>
              <a:t>메일</a:t>
            </a:r>
            <a:r>
              <a:rPr dirty="0"/>
              <a:t> </a:t>
            </a:r>
            <a:r>
              <a:rPr dirty="0" err="1"/>
              <a:t>우선</a:t>
            </a:r>
            <a:r>
              <a:rPr dirty="0"/>
              <a:t> </a:t>
            </a:r>
            <a:r>
              <a:rPr dirty="0" err="1"/>
              <a:t>타격</a:t>
            </a:r>
            <a:r>
              <a:rPr dirty="0"/>
              <a:t>.</a:t>
            </a:r>
          </a:p>
          <a:p>
            <a:pPr>
              <a:spcBef>
                <a:spcPts val="18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수집</a:t>
            </a:r>
            <a:r>
              <a:rPr dirty="0"/>
              <a:t> 및 </a:t>
            </a:r>
            <a:r>
              <a:rPr dirty="0" err="1"/>
              <a:t>불필요</a:t>
            </a:r>
            <a:r>
              <a:rPr dirty="0"/>
              <a:t> API </a:t>
            </a:r>
            <a:r>
              <a:rPr dirty="0" err="1"/>
              <a:t>쿼터</a:t>
            </a:r>
            <a:r>
              <a:rPr dirty="0"/>
              <a:t> </a:t>
            </a:r>
            <a:r>
              <a:rPr dirty="0" err="1"/>
              <a:t>절약</a:t>
            </a:r>
            <a:r>
              <a:rPr dirty="0"/>
              <a:t>: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시작</a:t>
            </a:r>
            <a:r>
              <a:rPr dirty="0"/>
              <a:t> 전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시트에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저장된</a:t>
            </a:r>
            <a:r>
              <a:rPr dirty="0"/>
              <a:t> </a:t>
            </a:r>
            <a:r>
              <a:rPr dirty="0" err="1"/>
              <a:t>상호</a:t>
            </a:r>
            <a:r>
              <a:rPr dirty="0"/>
              <a:t> 및 </a:t>
            </a:r>
            <a:r>
              <a:rPr dirty="0" err="1"/>
              <a:t>전화번호는</a:t>
            </a:r>
            <a:r>
              <a:rPr dirty="0"/>
              <a:t> </a:t>
            </a:r>
            <a:r>
              <a:rPr dirty="0" err="1"/>
              <a:t>메모리</a:t>
            </a:r>
            <a:r>
              <a:rPr dirty="0"/>
              <a:t> </a:t>
            </a:r>
            <a:r>
              <a:rPr dirty="0" err="1"/>
              <a:t>상에서</a:t>
            </a:r>
            <a:r>
              <a:rPr dirty="0"/>
              <a:t> 1차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스킵하여</a:t>
            </a:r>
            <a:r>
              <a:rPr dirty="0"/>
              <a:t> </a:t>
            </a:r>
            <a:r>
              <a:rPr dirty="0" err="1"/>
              <a:t>쿼터</a:t>
            </a:r>
            <a:r>
              <a:rPr dirty="0"/>
              <a:t> 및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절약</a:t>
            </a:r>
            <a:r>
              <a:rPr dirty="0"/>
              <a:t>.</a:t>
            </a:r>
          </a:p>
          <a:p>
            <a:pPr>
              <a:spcBef>
                <a:spcPts val="1800"/>
              </a:spcBef>
              <a:defRPr sz="1400">
                <a:solidFill>
                  <a:srgbClr val="1E1E1E"/>
                </a:solidFill>
                <a:latin typeface="맑은 고딕"/>
              </a:defRPr>
            </a:pPr>
            <a:r>
              <a:rPr dirty="0"/>
              <a:t>•  </a:t>
            </a:r>
            <a:r>
              <a:rPr dirty="0" err="1"/>
              <a:t>공장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협조</a:t>
            </a:r>
            <a:r>
              <a:rPr dirty="0"/>
              <a:t> </a:t>
            </a:r>
            <a:r>
              <a:rPr dirty="0" err="1"/>
              <a:t>사항</a:t>
            </a:r>
            <a:r>
              <a:rPr dirty="0"/>
              <a:t>: 본 </a:t>
            </a:r>
            <a:r>
              <a:rPr dirty="0" err="1"/>
              <a:t>수집</a:t>
            </a:r>
            <a:r>
              <a:rPr dirty="0"/>
              <a:t> </a:t>
            </a:r>
            <a:r>
              <a:rPr dirty="0" err="1"/>
              <a:t>계획안을</a:t>
            </a:r>
            <a:r>
              <a:rPr dirty="0"/>
              <a:t> </a:t>
            </a:r>
            <a:r>
              <a:rPr dirty="0" err="1"/>
              <a:t>바탕으로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타겟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수집을</a:t>
            </a:r>
            <a:r>
              <a:rPr dirty="0"/>
              <a:t> </a:t>
            </a:r>
            <a:r>
              <a:rPr dirty="0" err="1"/>
              <a:t>재개할</a:t>
            </a:r>
            <a:r>
              <a:rPr dirty="0"/>
              <a:t> </a:t>
            </a:r>
            <a:r>
              <a:rPr dirty="0" err="1"/>
              <a:t>예정이오니</a:t>
            </a:r>
            <a:r>
              <a:rPr dirty="0"/>
              <a:t>,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휀스</a:t>
            </a:r>
            <a:r>
              <a:rPr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업체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체크는</a:t>
            </a:r>
            <a:r>
              <a:rPr dirty="0"/>
              <a:t> </a:t>
            </a:r>
            <a:r>
              <a:rPr dirty="0" err="1"/>
              <a:t>일단</a:t>
            </a:r>
            <a:r>
              <a:rPr dirty="0"/>
              <a:t> </a:t>
            </a:r>
            <a:r>
              <a:rPr dirty="0" err="1"/>
              <a:t>보류해주시기</a:t>
            </a:r>
            <a:r>
              <a:rPr dirty="0"/>
              <a:t> </a:t>
            </a:r>
            <a:r>
              <a:rPr dirty="0" err="1"/>
              <a:t>바랍니다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715</Words>
  <Application>Microsoft Office PowerPoint</Application>
  <PresentationFormat>와이드스크린</PresentationFormat>
  <Paragraphs>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선아</cp:lastModifiedBy>
  <cp:revision>1</cp:revision>
  <dcterms:created xsi:type="dcterms:W3CDTF">2013-01-27T09:14:16Z</dcterms:created>
  <dcterms:modified xsi:type="dcterms:W3CDTF">2026-07-16T23:15:11Z</dcterms:modified>
  <cp:category/>
</cp:coreProperties>
</file>